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6803136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752844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0584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34272" y="6702552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4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63040"/>
            <a:ext cx="237744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457200"/>
            <a:ext cx="777240" cy="777240"/>
          </a:xfrm>
          <a:prstGeom prst="ellipse">
            <a:avLst/>
          </a:prstGeom>
          <a:solidFill>
            <a:srgbClr val="1A25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1600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Projekttitel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Untertitel / Thema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" y="3840480"/>
            <a:ext cx="3200400" cy="658368"/>
          </a:xfrm>
          <a:prstGeom prst="rect">
            <a:avLst/>
          </a:prstGeom>
          <a:solidFill>
            <a:srgbClr val="1A2540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770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TT.MM.JJJJ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663440"/>
            <a:ext cx="3200400" cy="658368"/>
          </a:xfrm>
          <a:prstGeom prst="rect">
            <a:avLst/>
          </a:prstGeom>
          <a:solidFill>
            <a:srgbClr val="1A2540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7000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2920" y="4937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5486400"/>
            <a:ext cx="3200400" cy="658368"/>
          </a:xfrm>
          <a:prstGeom prst="rect">
            <a:avLst/>
          </a:prstGeom>
          <a:solidFill>
            <a:srgbClr val="1A2540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5229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2920" y="5760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Fachbereich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60520" y="502920"/>
            <a:ext cx="4663440" cy="512064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502920"/>
            <a:ext cx="466344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 / Grafik]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F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510528"/>
            <a:ext cx="9144000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1 - Titelfolie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6803136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752844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0584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34272" y="6702552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 dieser Praesentation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8368" y="2039112"/>
            <a:ext cx="18288" cy="22860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234440"/>
            <a:ext cx="594360" cy="594360"/>
          </a:xfrm>
          <a:prstGeom prst="ellipse">
            <a:avLst/>
          </a:prstGeom>
          <a:solidFill>
            <a:srgbClr val="1A25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12527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/ Kapitel 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155448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Beschreibung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3044952"/>
            <a:ext cx="18288" cy="22860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40280"/>
            <a:ext cx="594360" cy="594360"/>
          </a:xfrm>
          <a:prstGeom prst="ellipse">
            <a:avLst/>
          </a:prstGeom>
          <a:solidFill>
            <a:srgbClr val="1A25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2585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/ Kapitel 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25603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Beschreibung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4050792"/>
            <a:ext cx="18288" cy="22860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46120"/>
            <a:ext cx="594360" cy="594360"/>
          </a:xfrm>
          <a:prstGeom prst="ellipse">
            <a:avLst/>
          </a:prstGeom>
          <a:solidFill>
            <a:srgbClr val="1A25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2644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/ Kapitel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35661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Beschreibung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5056632"/>
            <a:ext cx="18288" cy="22860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251960"/>
            <a:ext cx="594360" cy="594360"/>
          </a:xfrm>
          <a:prstGeom prst="ellipse">
            <a:avLst/>
          </a:prstGeom>
          <a:solidFill>
            <a:srgbClr val="1A25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270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/ Kapitel 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43000" y="457200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Beschreibung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257800"/>
            <a:ext cx="594360" cy="594360"/>
          </a:xfrm>
          <a:prstGeom prst="ellipse">
            <a:avLst/>
          </a:prstGeom>
          <a:solidFill>
            <a:srgbClr val="1A25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257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527608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43000" y="557784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F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10528"/>
            <a:ext cx="9144000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2 - Agenda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638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6803136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752844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0584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34272" y="6702552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4572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73152" cy="320040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645920"/>
            <a:ext cx="18288" cy="3200400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 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Kapitelname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eintragen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Beschreibung oder Leitfrage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F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510528"/>
            <a:ext cx="9144000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3 - Kapiteltrennfolie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6803136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752844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0584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34272" y="6702552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Folientitel eintragen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28600" y="1188720"/>
            <a:ext cx="4160520" cy="228600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188720"/>
            <a:ext cx="416052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135331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Ueberschrift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184708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Beschreibungstext hier eintragen.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1188720"/>
            <a:ext cx="4160520" cy="228600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1188720"/>
            <a:ext cx="416052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57800" y="135331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Ueberschrift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184708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Beschreibungstext hier eintragen.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611880"/>
            <a:ext cx="4160520" cy="228600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611880"/>
            <a:ext cx="416052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77647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Ueberschrift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Beschreibungstext hier eintragen.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3611880"/>
            <a:ext cx="4160520" cy="228600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611880"/>
            <a:ext cx="416052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57800" y="377647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Ueberschrift 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427024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Beschreibungstext hier eintragen.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F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510528"/>
            <a:ext cx="9144000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4 - Karten-Layout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6803136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752844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0584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34272" y="6702552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4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0"/>
            <a:ext cx="45720" cy="685800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6858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Folientitel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128016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13432"/>
            <a:ext cx="4572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488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Bullet-Punkt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4572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175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Bullet-Punkt 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50792"/>
            <a:ext cx="4572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86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Bullet-Punkt 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919472"/>
            <a:ext cx="4572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754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Bullet-Punkt 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548640"/>
            <a:ext cx="4114800" cy="5029200"/>
          </a:xfrm>
          <a:prstGeom prst="rect">
            <a:avLst/>
          </a:prstGeom>
          <a:solidFill>
            <a:srgbClr val="1A2540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54864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 einfuegen]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F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10528"/>
            <a:ext cx="9144000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5 - Text + Bild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6803136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752844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0584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34272" y="6702552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Messwerte &amp; Ergebnisse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1234440"/>
            <a:ext cx="2560320" cy="274320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234440"/>
            <a:ext cx="2560320" cy="64008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54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65760" y="2880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1234440"/>
            <a:ext cx="2560320" cy="274320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234440"/>
            <a:ext cx="2560320" cy="64008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554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3337560" y="2880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234440"/>
            <a:ext cx="2560320" cy="274320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234440"/>
            <a:ext cx="2560320" cy="64008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554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309360" y="2880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Quellenangabe / Erlaeuterung hier eintragen.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F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10528"/>
            <a:ext cx="9144000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6 - Kennzahlen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6803136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752844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0584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34272" y="6702552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 / ABLAUF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Projektphasen &amp; Zeitplan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36576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76756" y="1645920"/>
            <a:ext cx="18288" cy="128016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29868" y="2670048"/>
            <a:ext cx="512064" cy="512064"/>
          </a:xfrm>
          <a:prstGeom prst="ellipse">
            <a:avLst/>
          </a:prstGeom>
          <a:solidFill>
            <a:srgbClr val="00C8E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9868" y="2670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12344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5780" y="3520440"/>
            <a:ext cx="1920240" cy="192024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" y="35204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34156" y="1645920"/>
            <a:ext cx="18288" cy="128016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87268" y="2670048"/>
            <a:ext cx="512064" cy="512064"/>
          </a:xfrm>
          <a:prstGeom prst="ellipse">
            <a:avLst/>
          </a:prstGeom>
          <a:solidFill>
            <a:srgbClr val="1A25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7268" y="2670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14600" y="12344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83180" y="3520440"/>
            <a:ext cx="1920240" cy="192024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3180" y="35204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91556" y="1645920"/>
            <a:ext cx="18288" cy="128016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4668" y="2670048"/>
            <a:ext cx="512064" cy="512064"/>
          </a:xfrm>
          <a:prstGeom prst="ellipse">
            <a:avLst/>
          </a:prstGeom>
          <a:solidFill>
            <a:srgbClr val="1A25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4668" y="2670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12344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40580" y="3520440"/>
            <a:ext cx="1920240" cy="192024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0580" y="35204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48956" y="1645920"/>
            <a:ext cx="18288" cy="128016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2068" y="2670048"/>
            <a:ext cx="512064" cy="512064"/>
          </a:xfrm>
          <a:prstGeom prst="ellipse">
            <a:avLst/>
          </a:prstGeom>
          <a:solidFill>
            <a:srgbClr val="1A25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2068" y="2670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12344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97980" y="3520440"/>
            <a:ext cx="1920240" cy="192024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7980" y="35204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F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510528"/>
            <a:ext cx="9144000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7 - Zeitstrahl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638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6803136"/>
            <a:ext cx="36576" cy="10973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752844"/>
            <a:ext cx="54864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0584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34272" y="6702552"/>
            <a:ext cx="73152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274320"/>
            <a:ext cx="3657600" cy="3657600"/>
          </a:xfrm>
          <a:prstGeom prst="ellipse">
            <a:avLst/>
          </a:prstGeom>
          <a:solidFill>
            <a:srgbClr val="1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Ergebnisse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502920" y="3337560"/>
            <a:ext cx="182880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74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Kernaussage oder Empfehlung hier eintragen.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5029200" cy="1005840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645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/ Fragen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937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name@daa-technikum.de  -  Team 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F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510528"/>
            <a:ext cx="9144000" cy="10973"/>
          </a:xfrm>
          <a:prstGeom prst="rect">
            <a:avLst/>
          </a:prstGeom>
          <a:solidFill>
            <a:srgbClr val="00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8 - Abschluss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2026-04-29T13:23:58Z</dcterms:created>
  <dcterms:modified xsi:type="dcterms:W3CDTF">2026-04-29T13:23:58Z</dcterms:modified>
</cp:coreProperties>
</file>